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73" d="100"/>
          <a:sy n="73" d="100"/>
        </p:scale>
        <p:origin x="240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5F173-0BA3-D644-9B99-CE8995BB700F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580-9C72-B041-AF3F-D7E0044C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900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5F173-0BA3-D644-9B99-CE8995BB700F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580-9C72-B041-AF3F-D7E0044C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743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5F173-0BA3-D644-9B99-CE8995BB700F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580-9C72-B041-AF3F-D7E0044C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38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5F173-0BA3-D644-9B99-CE8995BB700F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580-9C72-B041-AF3F-D7E0044C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7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5F173-0BA3-D644-9B99-CE8995BB700F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580-9C72-B041-AF3F-D7E0044C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5F173-0BA3-D644-9B99-CE8995BB700F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580-9C72-B041-AF3F-D7E0044C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90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5F173-0BA3-D644-9B99-CE8995BB700F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580-9C72-B041-AF3F-D7E0044C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07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5F173-0BA3-D644-9B99-CE8995BB700F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580-9C72-B041-AF3F-D7E0044C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0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5F173-0BA3-D644-9B99-CE8995BB700F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580-9C72-B041-AF3F-D7E0044C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5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5F173-0BA3-D644-9B99-CE8995BB700F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580-9C72-B041-AF3F-D7E0044C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24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5F173-0BA3-D644-9B99-CE8995BB700F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580-9C72-B041-AF3F-D7E0044C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0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5F173-0BA3-D644-9B99-CE8995BB700F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589580-9C72-B041-AF3F-D7E0044C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4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ext on a black background&#10;&#10;AI-generated content may be incorrect.">
            <a:extLst>
              <a:ext uri="{FF2B5EF4-FFF2-40B4-BE49-F238E27FC236}">
                <a16:creationId xmlns:a16="http://schemas.microsoft.com/office/drawing/2014/main" id="{A4FAC70B-9457-EB07-A287-D3D523FA6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85" y="2708031"/>
            <a:ext cx="6698601" cy="3643837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74F8D55-2BDA-C10A-5705-2CE73E7EB792}"/>
              </a:ext>
            </a:extLst>
          </p:cNvPr>
          <p:cNvSpPr/>
          <p:nvPr/>
        </p:nvSpPr>
        <p:spPr>
          <a:xfrm>
            <a:off x="597877" y="738554"/>
            <a:ext cx="6471138" cy="1195754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ysClr val="windowText" lastClr="000000"/>
                </a:solidFill>
              </a:rPr>
              <a:t>Course Description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B7A6D3-5856-F9F9-C03E-182D28536212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flipH="1">
            <a:off x="3824086" y="1934308"/>
            <a:ext cx="9360" cy="77372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624100A-2A98-E8C2-4581-0151DFFA753F}"/>
              </a:ext>
            </a:extLst>
          </p:cNvPr>
          <p:cNvSpPr/>
          <p:nvPr/>
        </p:nvSpPr>
        <p:spPr>
          <a:xfrm>
            <a:off x="521676" y="7098324"/>
            <a:ext cx="6635261" cy="1195754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ysClr val="windowText" lastClr="000000"/>
                </a:solidFill>
              </a:rPr>
              <a:t>Intelligent Textbook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E1C8EF-7E11-0A9D-501A-EB4A68096E87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3824086" y="6351868"/>
            <a:ext cx="15221" cy="74645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868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4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1</cp:revision>
  <dcterms:created xsi:type="dcterms:W3CDTF">2025-11-23T23:41:59Z</dcterms:created>
  <dcterms:modified xsi:type="dcterms:W3CDTF">2025-11-24T00:53:00Z</dcterms:modified>
</cp:coreProperties>
</file>