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1780-0B50-F039-E547-10163D739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98427-79AF-9AC8-30D9-D51D0C826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C6DB8-266C-5170-2D86-A19884FF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069D6-1D0F-0A48-A4B7-CBC7E9A1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C195-02B1-97EA-C2F9-565A16EE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E03D-B215-A328-66B3-532B3CA8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8480-79A5-8B8B-67F7-060B54C2C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EC6-4B44-1521-5054-BEC7F83E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2A282-D5C7-1B4A-50E3-5B1DCEC7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14A55-897A-D5E0-CA9B-6D5D9A30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7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E801-AAD5-2072-FF23-63DA9AC4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08160-D7C5-DF08-FBA3-BE37EC8BB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AA7BC-7DBF-7EB6-FE07-648FED53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BA428-5B4A-EEBD-B13A-52471C3F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EB7E5-FA01-93B6-25B3-F20F1CB6C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9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756E-AF14-6A5A-DC9E-88F11222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9DA2-4116-02BE-DF00-70863D9F6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58369-4D27-E205-6E4C-2ECDC0615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11B01-A559-B1A5-6D2A-44D0753E3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3581C-2A6C-724E-22C6-2F8C3908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2EBDD-E997-DD38-2EB8-F42D8E09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2727-1EB4-AA0B-7020-5747B1BA4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ED5F4-6B40-77C9-1086-19FF1869F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074EB-A9E2-F405-00BD-0969530FA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7D622-F6A0-01DB-F1E6-2F3C82A7D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6E674-059C-5FC2-146C-5B2895285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6A45C-76BE-ED91-C3BB-81C66FEC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C94A7-2B6F-CF0C-B3A5-482E639D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32DE8-1AD4-A78B-79DD-D7DE0F69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7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665B-A726-43AF-0C43-2E30675F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CB781-0E22-BA6C-3EE2-3FB351A3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0A066-CD71-C3F4-D7F7-DD01B6BE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7F785-A049-DCA9-0BC8-A087E2F5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9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8863A7-3D78-F49C-3734-B8AD04BC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DC546-8D71-C8D0-D897-88A3AEBA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B437C-21B1-D9C2-0FA0-9E48F7BF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9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C702-6ABD-2178-C74E-95CA7B9F1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2324-9441-C4F9-48D7-7CD0CF146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24DB1-6A6A-B897-2D68-0086C8A1C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11116-A7CC-B456-397D-D71147CB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AB6C9-63EB-0655-1A25-88C59206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F0F75-29C3-70AE-7B57-A8E6DB81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5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0E84-C194-8184-F61D-4B6E6430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23DCE-8E79-1A6A-CFB1-C0C0CC5AF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37A72-3E65-3ADE-7104-1B7A0D9F3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49B7C-C511-A2BE-BF84-B2D39E1B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E9B1A-4D3D-8FA2-249D-862E8178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2C372-ECA3-5FE7-5F4F-114D5BE1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1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DF30-D43C-A923-A34E-8B137703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3331D-B562-0550-BD7E-BBC3D37D8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4D2EC-6FFA-F76F-9D2D-424BBBF9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3693B-B4CE-D71E-A7F7-4C6822B6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F26E7-042D-F8AC-3EC3-1740F0BA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0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A9A141-15E8-774A-6357-9C158909F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9938B-350B-103D-C622-D9C9C49CE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6E463-3F98-B4E3-D18D-C213EC87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0E9F2-6CCE-4ACC-1199-8C26B20F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89518-1D30-8FFF-239E-FF15B6CF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9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BA7192-65B9-B49B-A801-95E449BD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2914F-C8DE-3E5B-B126-BA05688CC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94C45-62B5-4EE9-5F9E-C8E2C8100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E68E0-AFDC-7642-9870-F91C2436F350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DA86-3048-2DE4-18CF-19BE1C383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95108-A815-9B21-7535-72F8FF9E1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68755-1E15-5843-90AD-347A45618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FA231F-DA14-770C-E176-64674C0AE6F6}"/>
              </a:ext>
            </a:extLst>
          </p:cNvPr>
          <p:cNvSpPr txBox="1"/>
          <p:nvPr/>
        </p:nvSpPr>
        <p:spPr>
          <a:xfrm>
            <a:off x="2065426" y="566806"/>
            <a:ext cx="7908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Case Studies of Intelligent Textbooks</a:t>
            </a:r>
          </a:p>
        </p:txBody>
      </p:sp>
      <p:pic>
        <p:nvPicPr>
          <p:cNvPr id="1026" name="Picture 2" descr="AI Based Data Science">
            <a:extLst>
              <a:ext uri="{FF2B5EF4-FFF2-40B4-BE49-F238E27FC236}">
                <a16:creationId xmlns:a16="http://schemas.microsoft.com/office/drawing/2014/main" id="{6C9BF929-CE58-43ED-A975-27F7D822A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555" y="3145041"/>
            <a:ext cx="2393537" cy="15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gebra I">
            <a:extLst>
              <a:ext uri="{FF2B5EF4-FFF2-40B4-BE49-F238E27FC236}">
                <a16:creationId xmlns:a16="http://schemas.microsoft.com/office/drawing/2014/main" id="{B64AEC2B-CC5B-9E94-3DB7-F0DFE23D3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33" y="1356842"/>
            <a:ext cx="2313459" cy="15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utomating Instructional Design">
            <a:extLst>
              <a:ext uri="{FF2B5EF4-FFF2-40B4-BE49-F238E27FC236}">
                <a16:creationId xmlns:a16="http://schemas.microsoft.com/office/drawing/2014/main" id="{AFE61768-AEDA-9395-B4C1-8317220A7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919" y="1338132"/>
            <a:ext cx="3191963" cy="166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nversational AI">
            <a:extLst>
              <a:ext uri="{FF2B5EF4-FFF2-40B4-BE49-F238E27FC236}">
                <a16:creationId xmlns:a16="http://schemas.microsoft.com/office/drawing/2014/main" id="{016D4B1E-0DD1-20F0-40A1-D1504D2A2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90" y="3136214"/>
            <a:ext cx="2325815" cy="154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laude Skills">
            <a:extLst>
              <a:ext uri="{FF2B5EF4-FFF2-40B4-BE49-F238E27FC236}">
                <a16:creationId xmlns:a16="http://schemas.microsoft.com/office/drawing/2014/main" id="{4D406096-F0A9-F55C-0518-9B0DF3503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54" y="1346886"/>
            <a:ext cx="2474964" cy="164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thics Course">
            <a:extLst>
              <a:ext uri="{FF2B5EF4-FFF2-40B4-BE49-F238E27FC236}">
                <a16:creationId xmlns:a16="http://schemas.microsoft.com/office/drawing/2014/main" id="{C52D7132-5FB2-A0A0-BB37-E89BF1509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492" y="3132267"/>
            <a:ext cx="3188683" cy="15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ntelligent Textbooks">
            <a:extLst>
              <a:ext uri="{FF2B5EF4-FFF2-40B4-BE49-F238E27FC236}">
                <a16:creationId xmlns:a16="http://schemas.microsoft.com/office/drawing/2014/main" id="{C6762EE4-1865-4585-37E4-A3EBEAE15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45" y="1727886"/>
            <a:ext cx="2745260" cy="27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ntro to Graph">
            <a:extLst>
              <a:ext uri="{FF2B5EF4-FFF2-40B4-BE49-F238E27FC236}">
                <a16:creationId xmlns:a16="http://schemas.microsoft.com/office/drawing/2014/main" id="{2283B21C-F5D8-FF12-412B-07D9E798F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03" y="4873401"/>
            <a:ext cx="2315421" cy="153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earning Linux">
            <a:extLst>
              <a:ext uri="{FF2B5EF4-FFF2-40B4-BE49-F238E27FC236}">
                <a16:creationId xmlns:a16="http://schemas.microsoft.com/office/drawing/2014/main" id="{0547B620-5C6F-B6C1-33A1-DC7BED73C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298" y="4863414"/>
            <a:ext cx="3129005" cy="164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MicroSims">
            <a:extLst>
              <a:ext uri="{FF2B5EF4-FFF2-40B4-BE49-F238E27FC236}">
                <a16:creationId xmlns:a16="http://schemas.microsoft.com/office/drawing/2014/main" id="{BF1E1E91-62B4-03C9-230D-B61DD55E2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481" y="4823343"/>
            <a:ext cx="2560595" cy="170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gnal Processing">
            <a:extLst>
              <a:ext uri="{FF2B5EF4-FFF2-40B4-BE49-F238E27FC236}">
                <a16:creationId xmlns:a16="http://schemas.microsoft.com/office/drawing/2014/main" id="{A6B852CB-48E4-1A31-DD05-DE1F1D2C4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8737" y="4831492"/>
            <a:ext cx="2624781" cy="174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6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6235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2026-01-17T18:10:20Z</dcterms:created>
  <dcterms:modified xsi:type="dcterms:W3CDTF">2026-01-22T02:05:54Z</dcterms:modified>
</cp:coreProperties>
</file>