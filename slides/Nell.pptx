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92"/>
    <p:restoredTop sz="94694"/>
  </p:normalViewPr>
  <p:slideViewPr>
    <p:cSldViewPr snapToGrid="0">
      <p:cViewPr varScale="1">
        <p:scale>
          <a:sx n="79" d="100"/>
          <a:sy n="79" d="100"/>
        </p:scale>
        <p:origin x="216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A8366-D88E-F985-E666-9A7AD56C56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35B334-4BA0-B69E-F3D2-F874E1B13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33351-DCA8-ABC8-8DAD-0B97D904A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B0C10-0077-1D44-A264-6E37DB46BF46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0E8D0-F05B-FD4C-1234-52279B1D3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B48A5-4F78-9861-6855-29A38540D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31133-7E00-D144-B458-79B2CEF16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848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3F392-D3A5-625B-707C-D46F00B82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A7A7B-E876-8DC4-974C-ACC3786B9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AE67D-B949-CB42-8CE2-16A3D411F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B0C10-0077-1D44-A264-6E37DB46BF46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511CE-515E-5CB0-80CD-C961C807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C2A1A-275E-E445-AC1D-898975DBD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31133-7E00-D144-B458-79B2CEF16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723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55E33-A400-DDC2-B058-5C0E4C4BA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F9972-933B-9D94-1DE4-E580603D3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FDD60-2A50-5E57-400C-9F311C105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B0C10-0077-1D44-A264-6E37DB46BF46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A90FB-17A3-7A4E-217C-9A5184C12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C80A7-498D-7CF9-9B26-677F6DB77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31133-7E00-D144-B458-79B2CEF16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850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71040-93FF-F7F6-83DD-191827B18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493EB-83F2-AD5A-511A-AA17FE8B7C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CBF1A-7E4B-F0F1-936A-684780277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65DD1E-F835-CAC0-A5D8-3622D7E2C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B0C10-0077-1D44-A264-6E37DB46BF46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933B34-C872-BFB5-8485-5B2287C69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4353A-21A9-CD8B-9C6C-C282BD30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31133-7E00-D144-B458-79B2CEF16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186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7EAF5-275B-D853-D1E7-2D778FDBD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C3DEE-D45D-08C3-BA52-B462F84E8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23BBFF-DA66-7180-FF7E-888A10755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13E344-5CFA-9810-9FD9-37F83E4D08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2AB0B5-A28C-D5A6-0579-4193C8D6B2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85A370-066B-F569-3149-14E5B2419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B0C10-0077-1D44-A264-6E37DB46BF46}" type="datetimeFigureOut">
              <a:rPr lang="en-US" smtClean="0"/>
              <a:t>2/8/26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0E3274-1559-7FE5-6C94-22E45C78E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22BC57-A1FB-0CA7-F9ED-DDF38764C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31133-7E00-D144-B458-79B2CEF16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639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F3ADD-394E-893A-BF63-F1383EA94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753AF6-96ED-04E3-BDF9-9B11CB5EA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B0C10-0077-1D44-A264-6E37DB46BF46}" type="datetimeFigureOut">
              <a:rPr lang="en-US" smtClean="0"/>
              <a:t>2/8/26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EACEC8-D731-C92B-966C-D16FDE8CD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A3D3EB-10C0-8A82-2DB7-FBFED3587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31133-7E00-D144-B458-79B2CEF16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624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47A930-998C-2E23-4D77-4D051ABB9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B0C10-0077-1D44-A264-6E37DB46BF46}" type="datetimeFigureOut">
              <a:rPr lang="en-US" smtClean="0"/>
              <a:t>2/8/26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8B7B57-AA8C-162B-CBBB-2BA0158C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A69DA-F70C-BFD5-00D9-E9CAEF6B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31133-7E00-D144-B458-79B2CEF16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902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9E6E4-C91F-5992-C5D1-5900A2669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F1E99-72EC-B253-3D2F-CED464BC8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1E0350-D7F9-3F12-5F99-782C8B874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574F2-3C51-ABB7-8F6B-6E1FF80CF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B0C10-0077-1D44-A264-6E37DB46BF46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DAB2E-7BE2-2898-0A0F-AB187692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BDBCB9-FCB9-17FB-6005-08570DFD1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31133-7E00-D144-B458-79B2CEF16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482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4A60F-F45D-AE15-C4CE-7278F52CE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58993-EC9B-D274-6299-4848830B0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25A30C-4F0E-2FEF-0A5F-C06DE2D2F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4E462-EF3E-B10B-D0CE-A3A468245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B0C10-0077-1D44-A264-6E37DB46BF46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B156E-AB94-82F0-1D0D-7A25E0F28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D1282A-DCFF-6F2B-05A1-FA6EEADC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31133-7E00-D144-B458-79B2CEF16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213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316B-9D6B-206D-D1D6-A8F02EEA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C6F37F-E192-6A1B-A539-B091F919C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3001C-A79A-D9E3-3572-F63C57FFF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B0C10-0077-1D44-A264-6E37DB46BF46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A6F4B-3C29-BBB6-08BF-5B34FC8AC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634AC-A0F8-0C1D-2560-F1C1B87FB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31133-7E00-D144-B458-79B2CEF16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008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C485AB-B84F-337A-7CD9-2211E41B09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515C5A-5854-EE06-713D-5A510F015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B8A7B-6A3D-FC35-777E-20ABCE998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B0C10-0077-1D44-A264-6E37DB46BF46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EE913-ED4E-FEB4-4908-AA115B034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3A67A-C621-CC70-8873-94510BCF9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31133-7E00-D144-B458-79B2CEF16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40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C21DA-98B2-E191-AFB9-33335BAA6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D6DE0-3DC9-A1EA-8588-E36241C65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A076B-B5BC-0ED2-7E72-CAAD8519A3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7B0C10-0077-1D44-A264-6E37DB46BF46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4766B-754D-F275-6F0B-F5F371DA25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5DF7D-E7E2-1948-7D72-F5E7AC632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631133-7E00-D144-B458-79B2CEF16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616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artoon of a child holding a book&#10;&#10;AI-generated content may be incorrect.">
            <a:extLst>
              <a:ext uri="{FF2B5EF4-FFF2-40B4-BE49-F238E27FC236}">
                <a16:creationId xmlns:a16="http://schemas.microsoft.com/office/drawing/2014/main" id="{C08743FE-1931-658C-5751-AB7E3F192F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801" t="1927" r="26821" b="4482"/>
          <a:stretch>
            <a:fillRect/>
          </a:stretch>
        </p:blipFill>
        <p:spPr>
          <a:xfrm>
            <a:off x="3380014" y="277586"/>
            <a:ext cx="3526972" cy="484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939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McCreary</dc:creator>
  <cp:lastModifiedBy>Dan McCreary</cp:lastModifiedBy>
  <cp:revision>1</cp:revision>
  <dcterms:created xsi:type="dcterms:W3CDTF">2026-02-09T04:34:04Z</dcterms:created>
  <dcterms:modified xsi:type="dcterms:W3CDTF">2026-02-09T04:43:41Z</dcterms:modified>
</cp:coreProperties>
</file>